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8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809244"/>
            <a:ext cx="5943600" cy="5943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105156"/>
            <a:ext cx="5029200" cy="50292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148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Pricing Intelligence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Dashboard for Swiggy, Zomato &amp; Toing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•  Discounts  •  Hidden Charges  •  Delivery Performance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9435A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4709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C8C4A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6236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Bhupendra Kumar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91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987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insights &amp; key takeaways across all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14173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C4FA0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417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817352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 w="19050">
            <a:solidFill>
              <a:srgbClr val="D7DC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956048" y="3794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C4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F9AC7F-27F2-A82F-BC08-8102C4D7B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106" y="0"/>
            <a:ext cx="122351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117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91640" y="200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73352" y="5383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menu pricing comparison across Swiggy, Zomato &amp; Toing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84983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673352" y="867187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817352" cy="4434840"/>
          </a:xfrm>
          <a:prstGeom prst="roundRect">
            <a:avLst>
              <a:gd name="adj" fmla="val 0"/>
            </a:avLst>
          </a:prstGeom>
          <a:solidFill>
            <a:srgbClr val="F5F7FC"/>
          </a:solidFill>
          <a:ln w="19050">
            <a:solidFill>
              <a:srgbClr val="D7DC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956048" y="3794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10827D-E6F9-E0AD-9391-46D15BB5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64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91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987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Coupon, offer &amp; effective-discount comparison across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14173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9435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417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817352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 w="19050">
            <a:solidFill>
              <a:srgbClr val="D7DC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956048" y="3794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4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E8F8D5-93C0-29E9-8C8D-29BA2BCC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357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91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Charges Breakdown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987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fees, packaging, surge &amp; other add-on charges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14173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C8C4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417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817352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 w="19050">
            <a:solidFill>
              <a:srgbClr val="D7DC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956048" y="3794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C8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62460E-44CA-39B1-DCCF-7D272783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83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691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987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time, distance &amp; SLA performance benchmarking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14173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417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817352" cy="4434840"/>
          </a:xfrm>
          <a:prstGeom prst="roundRect">
            <a:avLst>
              <a:gd name="adj" fmla="val 1649"/>
            </a:avLst>
          </a:prstGeom>
          <a:solidFill>
            <a:srgbClr val="F5F7FC"/>
          </a:solidFill>
          <a:ln w="19050">
            <a:solidFill>
              <a:srgbClr val="D7DC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956048" y="3794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2A34E2-CC58-07F6-753B-7C54F828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731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45720"/>
            <a:ext cx="5943600" cy="5943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6606540" y="1501296"/>
            <a:ext cx="5303520" cy="530352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514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Pricing Intelligence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 •  Zomato  •  Toing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60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9435A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4160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41605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C8C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4160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Bhupendra Kumar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166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neshu kumar</cp:lastModifiedBy>
  <cp:revision>2</cp:revision>
  <dcterms:created xsi:type="dcterms:W3CDTF">2026-07-27T07:46:34Z</dcterms:created>
  <dcterms:modified xsi:type="dcterms:W3CDTF">2026-07-27T08:01:39Z</dcterms:modified>
</cp:coreProperties>
</file>